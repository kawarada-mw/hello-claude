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3600" y="1746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03600" y="1674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135600" y="2106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51600" y="1746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1600" y="3258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3600" y="3402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15600" y="3474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60000" y="-108000"/>
            <a:ext cx="2721600" cy="3582000"/>
          </a:xfrm>
          <a:custGeom>
            <a:avLst/>
            <a:gdLst/>
            <a:ahLst/>
            <a:cxnLst/>
            <a:rect l="l" t="t" r="r" b="b"/>
            <a:pathLst>
              <a:path w="2721600" h="3582000">
                <a:moveTo>
                  <a:pt x="183600" y="3582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5600" y="2214000"/>
            <a:ext cx="540000" cy="432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27600" y="2322000"/>
            <a:ext cx="396000" cy="324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9600" y="2394000"/>
            <a:ext cx="180000" cy="14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600" y="2862000"/>
            <a:ext cx="11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D7066"/>
                </a:solidFill>
                <a:latin typeface="Arial Rounded MT Bold"/>
              </a:rPr>
              <a:t>mamawell</a:t>
            </a:r>
          </a:p>
        </p:txBody>
      </p:sp>
      <p:sp>
        <p:nvSpPr>
          <p:cNvPr id="14" name="Oval 13"/>
          <p:cNvSpPr/>
          <p:nvPr/>
        </p:nvSpPr>
        <p:spPr>
          <a:xfrm>
            <a:off x="1983600" y="203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83600" y="203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7600" y="201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7600" y="217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83600.0" y="2394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1983600" y="2502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83600" y="2502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7600" y="2484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7600" y="2638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983600.0" y="2862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983600" y="2970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83600" y="2970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7600" y="2952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7600" y="3106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05200" y="1746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65200" y="1674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97200" y="2106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13200" y="1746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33200" y="3258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345200" y="3402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77200" y="3474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360000" y="-108000"/>
            <a:ext cx="3445200" cy="3582000"/>
          </a:xfrm>
          <a:custGeom>
            <a:avLst/>
            <a:gdLst/>
            <a:ahLst/>
            <a:cxnLst/>
            <a:rect l="l" t="t" r="r" b="b"/>
            <a:pathLst>
              <a:path w="3445200" h="3582000">
                <a:moveTo>
                  <a:pt x="3445200" y="3582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057200" y="2214000"/>
            <a:ext cx="540000" cy="432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89200" y="2322000"/>
            <a:ext cx="396000" cy="324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381200" y="2394000"/>
            <a:ext cx="180000" cy="14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77200" y="2862000"/>
            <a:ext cx="11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D7066"/>
                </a:solidFill>
                <a:latin typeface="Arial Rounded MT Bold"/>
              </a:rPr>
              <a:t>mamawell</a:t>
            </a:r>
          </a:p>
        </p:txBody>
      </p:sp>
      <p:sp>
        <p:nvSpPr>
          <p:cNvPr id="40" name="Oval 39"/>
          <p:cNvSpPr/>
          <p:nvPr/>
        </p:nvSpPr>
        <p:spPr>
          <a:xfrm>
            <a:off x="5245200" y="203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45200" y="203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69200" y="201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69200" y="217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245200.0" y="2394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245200" y="2502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45200" y="2502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69200" y="2484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9200" y="2638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245200.0" y="2862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245200" y="2970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5200" y="2970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69200" y="2952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69200" y="3106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66800" y="1746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26800" y="1674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658800" y="2106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874800" y="1746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994800" y="3258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606800" y="3402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38800" y="3474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60000" y="-108000"/>
            <a:ext cx="6706800" cy="3582000"/>
          </a:xfrm>
          <a:custGeom>
            <a:avLst/>
            <a:gdLst/>
            <a:ahLst/>
            <a:cxnLst/>
            <a:rect l="l" t="t" r="r" b="b"/>
            <a:pathLst>
              <a:path w="6706800" h="3582000">
                <a:moveTo>
                  <a:pt x="6706800" y="3582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318800" y="2214000"/>
            <a:ext cx="540000" cy="432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750800" y="2322000"/>
            <a:ext cx="396000" cy="324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642800" y="2394000"/>
            <a:ext cx="180000" cy="14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8800" y="2862000"/>
            <a:ext cx="11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D7066"/>
                </a:solidFill>
                <a:latin typeface="Arial Rounded MT Bold"/>
              </a:rPr>
              <a:t>mamawell</a:t>
            </a:r>
          </a:p>
        </p:txBody>
      </p:sp>
      <p:sp>
        <p:nvSpPr>
          <p:cNvPr id="66" name="Oval 65"/>
          <p:cNvSpPr/>
          <p:nvPr/>
        </p:nvSpPr>
        <p:spPr>
          <a:xfrm>
            <a:off x="8506800" y="203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06800" y="203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30800" y="201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30800" y="217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506800.0" y="2394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8506800" y="2502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06800" y="2502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30800" y="2484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30800" y="2638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506800.0" y="2862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8506800" y="2970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506800" y="2970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30800" y="2952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30800" y="3106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3600" y="3870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2703600" y="3798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135600" y="4230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351600" y="3870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71600" y="5382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083600" y="5526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15600" y="5598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360000" y="-108000"/>
            <a:ext cx="2721600" cy="5706000"/>
          </a:xfrm>
          <a:custGeom>
            <a:avLst/>
            <a:gdLst/>
            <a:ahLst/>
            <a:cxnLst/>
            <a:rect l="l" t="t" r="r" b="b"/>
            <a:pathLst>
              <a:path w="2721600" h="5706000">
                <a:moveTo>
                  <a:pt x="183600" y="5706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95600" y="4338000"/>
            <a:ext cx="540000" cy="432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227600" y="4446000"/>
            <a:ext cx="396000" cy="324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9600" y="4518000"/>
            <a:ext cx="180000" cy="14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5600" y="4986000"/>
            <a:ext cx="11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D7066"/>
                </a:solidFill>
                <a:latin typeface="Arial Rounded MT Bold"/>
              </a:rPr>
              <a:t>mamawell</a:t>
            </a:r>
          </a:p>
        </p:txBody>
      </p:sp>
      <p:sp>
        <p:nvSpPr>
          <p:cNvPr id="92" name="Oval 91"/>
          <p:cNvSpPr/>
          <p:nvPr/>
        </p:nvSpPr>
        <p:spPr>
          <a:xfrm>
            <a:off x="1983600" y="4158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983600" y="4158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7600" y="4140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07600" y="4294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983600.0" y="4518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1983600" y="4626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983600" y="4626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07600" y="4608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07600" y="4762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983600.0" y="4986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1983600" y="509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83600" y="509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07600" y="507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307600" y="523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805200" y="3870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965200" y="3798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397200" y="4230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613200" y="3870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733200" y="5382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345200" y="5526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877200" y="5598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360000" y="-108000"/>
            <a:ext cx="3445200" cy="5706000"/>
          </a:xfrm>
          <a:custGeom>
            <a:avLst/>
            <a:gdLst/>
            <a:ahLst/>
            <a:cxnLst/>
            <a:rect l="l" t="t" r="r" b="b"/>
            <a:pathLst>
              <a:path w="3445200" h="5706000">
                <a:moveTo>
                  <a:pt x="3445200" y="5706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057200" y="4338000"/>
            <a:ext cx="540000" cy="432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489200" y="4446000"/>
            <a:ext cx="396000" cy="324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381200" y="4518000"/>
            <a:ext cx="180000" cy="14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77200" y="4986000"/>
            <a:ext cx="11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D7066"/>
                </a:solidFill>
                <a:latin typeface="Arial Rounded MT Bold"/>
              </a:rPr>
              <a:t>mamawell</a:t>
            </a:r>
          </a:p>
        </p:txBody>
      </p:sp>
      <p:sp>
        <p:nvSpPr>
          <p:cNvPr id="118" name="Oval 117"/>
          <p:cNvSpPr/>
          <p:nvPr/>
        </p:nvSpPr>
        <p:spPr>
          <a:xfrm>
            <a:off x="5245200" y="4158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245200" y="4158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69200" y="4140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569200" y="4294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45200.0" y="4518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5245200" y="4626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245200" y="4626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569200" y="4608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69200" y="4762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5245200.0" y="4986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/>
          <p:cNvSpPr/>
          <p:nvPr/>
        </p:nvSpPr>
        <p:spPr>
          <a:xfrm>
            <a:off x="5245200" y="509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245200" y="509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569200" y="507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569200" y="523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66800" y="3870000"/>
            <a:ext cx="3081600" cy="1944000"/>
          </a:xfrm>
          <a:prstGeom prst="rect">
            <a:avLst/>
          </a:prstGeom>
          <a:solidFill>
            <a:srgbClr val="FFFFFF"/>
          </a:solidFill>
          <a:ln w="3175">
            <a:solidFill>
              <a:srgbClr val="D6D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226800" y="3798000"/>
            <a:ext cx="1080000" cy="64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58800" y="4230000"/>
            <a:ext cx="720000" cy="46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874800" y="3870000"/>
            <a:ext cx="432000" cy="288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994800" y="5382000"/>
            <a:ext cx="1080000" cy="540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606800" y="5526000"/>
            <a:ext cx="720000" cy="360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138800" y="5598000"/>
            <a:ext cx="540000" cy="288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360000" y="-108000"/>
            <a:ext cx="6706800" cy="5706000"/>
          </a:xfrm>
          <a:custGeom>
            <a:avLst/>
            <a:gdLst/>
            <a:ahLst/>
            <a:cxnLst/>
            <a:rect l="l" t="t" r="r" b="b"/>
            <a:pathLst>
              <a:path w="6706800" h="5706000">
                <a:moveTo>
                  <a:pt x="6706800" y="5706000"/>
                </a:moveTo>
                <a:lnTo>
                  <a:pt x="0" y="36000"/>
                </a:lnTo>
                <a:lnTo>
                  <a:pt x="360000" y="180000"/>
                </a:lnTo>
                <a:lnTo>
                  <a:pt x="720000" y="108000"/>
                </a:lnTo>
                <a:lnTo>
                  <a:pt x="1152000" y="0"/>
                </a:lnTo>
                <a:lnTo>
                  <a:pt x="1584000" y="36000"/>
                </a:lnTo>
                <a:lnTo>
                  <a:pt x="1980000" y="180000"/>
                </a:lnTo>
                <a:lnTo>
                  <a:pt x="2340000" y="144000"/>
                </a:lnTo>
                <a:lnTo>
                  <a:pt x="2721600" y="72000"/>
                </a:lnTo>
              </a:path>
            </a:pathLst>
          </a:custGeom>
          <a:noFill/>
          <a:ln w="12700">
            <a:solidFill>
              <a:srgbClr val="FD7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318800" y="4338000"/>
            <a:ext cx="540000" cy="432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750800" y="4446000"/>
            <a:ext cx="396000" cy="324000"/>
          </a:xfrm>
          <a:prstGeom prst="ellipse">
            <a:avLst/>
          </a:prstGeom>
          <a:solidFill>
            <a:srgbClr val="FD7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642800" y="4518000"/>
            <a:ext cx="180000" cy="14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138800" y="4986000"/>
            <a:ext cx="118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D7066"/>
                </a:solidFill>
                <a:latin typeface="Arial Rounded MT Bold"/>
              </a:rPr>
              <a:t>mamawell</a:t>
            </a:r>
          </a:p>
        </p:txBody>
      </p:sp>
      <p:sp>
        <p:nvSpPr>
          <p:cNvPr id="144" name="Oval 143"/>
          <p:cNvSpPr/>
          <p:nvPr/>
        </p:nvSpPr>
        <p:spPr>
          <a:xfrm>
            <a:off x="8506800" y="4158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506800" y="4158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♡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830800" y="4140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常に誠実に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830800" y="4294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Integrity First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8506800.0" y="4518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8506800" y="4626000"/>
            <a:ext cx="252000" cy="252000"/>
          </a:xfrm>
          <a:prstGeom prst="ellipse">
            <a:avLst/>
          </a:prstGeom>
          <a:solidFill>
            <a:srgbClr val="DCE7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506800" y="4626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📈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830800" y="4608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仕組みで勝つ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830800" y="4762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System &gt; Hero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8506800.0" y="4986000.0"/>
            <a:ext cx="1569600.0" cy="0.0"/>
          </a:xfrm>
          <a:prstGeom prst="line">
            <a:avLst/>
          </a:prstGeom>
          <a:ln w="6350">
            <a:solidFill>
              <a:srgbClr val="D6D6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Oval 153"/>
          <p:cNvSpPr/>
          <p:nvPr/>
        </p:nvSpPr>
        <p:spPr>
          <a:xfrm>
            <a:off x="8506800" y="5094000"/>
            <a:ext cx="252000" cy="252000"/>
          </a:xfrm>
          <a:prstGeom prst="ellipse">
            <a:avLst/>
          </a:prstGeom>
          <a:solidFill>
            <a:srgbClr val="FBD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06800" y="5094000"/>
            <a:ext cx="252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D7066"/>
                </a:solidFill>
              </a:rPr>
              <a:t>👥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830800" y="5076000"/>
            <a:ext cx="12456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4E4B4C"/>
                </a:solidFill>
                <a:latin typeface="游ゴシック"/>
              </a:rPr>
              <a:t>前進のために話す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830800" y="5230800"/>
            <a:ext cx="1245600" cy="1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50" b="0">
                <a:solidFill>
                  <a:srgbClr val="FD7066"/>
                </a:solidFill>
                <a:latin typeface="Helvetica Neue"/>
              </a:rPr>
              <a:t>Move Forward Together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716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436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5532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36252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716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5436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5532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6252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7332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8052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68148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68868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7332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8052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68148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68868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69948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70668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10076400.0" y="1746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10148400.0" y="1674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69948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70668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10076400.0" y="369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10148400.0" y="361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4716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5436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5532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36252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4716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5436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5532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6252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37332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38052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68148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68868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37332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38052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8148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8868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9948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70668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0076400.0" y="3870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10148400.0" y="3798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9948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70668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0076400.0" y="5814000.0"/>
            <a:ext cx="144000.0" cy="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0148400.0" y="5742000.0"/>
            <a:ext cx="0.0" cy="144000.0"/>
          </a:xfrm>
          <a:prstGeom prst="line">
            <a:avLst/>
          </a:prstGeom>
          <a:ln w="3175">
            <a:solidFill>
              <a:srgbClr val="D6D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