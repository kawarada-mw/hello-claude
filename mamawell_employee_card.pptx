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3600" y="1746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03600" y="1674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135600" y="2106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51600" y="1746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1600" y="3258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3600" y="3402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15600" y="3474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60000" y="-108000"/>
            <a:ext cx="2721600" cy="3582000"/>
          </a:xfrm>
          <a:custGeom>
            <a:avLst/>
            <a:gdLst/>
            <a:ahLst/>
            <a:cxnLst/>
            <a:rect l="l" t="t" r="r" b="b"/>
            <a:pathLst>
              <a:path w="2721600" h="3582000">
                <a:moveTo>
                  <a:pt x="183600" y="3582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00" y="2034000"/>
            <a:ext cx="1188000" cy="1260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983600" y="203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3600" y="203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7600" y="201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7600" y="217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83600.0" y="2394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983600" y="2502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83600" y="2502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7600" y="2484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7600" y="2638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83600.0" y="2862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983600" y="2970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3600" y="2970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7600" y="2952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7600" y="3106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05200" y="1746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65200" y="1674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7200" y="2106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13200" y="1746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33200" y="3258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45200" y="3402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877200" y="3474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360000" y="-108000"/>
            <a:ext cx="3445200" cy="3582000"/>
          </a:xfrm>
          <a:custGeom>
            <a:avLst/>
            <a:gdLst/>
            <a:ahLst/>
            <a:cxnLst/>
            <a:rect l="l" t="t" r="r" b="b"/>
            <a:pathLst>
              <a:path w="3445200" h="3582000">
                <a:moveTo>
                  <a:pt x="3445200" y="3582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200" y="2034000"/>
            <a:ext cx="1188000" cy="126000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5245200" y="203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5200" y="203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9200" y="201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69200" y="217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5200.0" y="2394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245200" y="2502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45200" y="2502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69200" y="2484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69200" y="2638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45200.0" y="2862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245200" y="2970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45200" y="2970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9200" y="2952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69200" y="3106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66800" y="1746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6800" y="1674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658800" y="2106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74800" y="1746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994800" y="3258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06800" y="3402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38800" y="3474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60000" y="-108000"/>
            <a:ext cx="6706800" cy="3582000"/>
          </a:xfrm>
          <a:custGeom>
            <a:avLst/>
            <a:gdLst/>
            <a:ahLst/>
            <a:cxnLst/>
            <a:rect l="l" t="t" r="r" b="b"/>
            <a:pathLst>
              <a:path w="6706800" h="3582000">
                <a:moveTo>
                  <a:pt x="6706800" y="3582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800" y="2034000"/>
            <a:ext cx="1188000" cy="1260000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8506800" y="203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6800" y="203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30800" y="201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30800" y="217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06800.0" y="2394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8506800" y="2502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6800" y="2502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30800" y="2484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30800" y="2638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506800.0" y="2862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8506800" y="2970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6800" y="2970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30800" y="2952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0800" y="3106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3600" y="3870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703600" y="3798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135600" y="4230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351600" y="3870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71600" y="5382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83600" y="5526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15600" y="5598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360000" y="-108000"/>
            <a:ext cx="2721600" cy="5706000"/>
          </a:xfrm>
          <a:custGeom>
            <a:avLst/>
            <a:gdLst/>
            <a:ahLst/>
            <a:cxnLst/>
            <a:rect l="l" t="t" r="r" b="b"/>
            <a:pathLst>
              <a:path w="2721600" h="5706000">
                <a:moveTo>
                  <a:pt x="183600" y="5706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00" y="4158000"/>
            <a:ext cx="1188000" cy="1260000"/>
          </a:xfrm>
          <a:prstGeom prst="rect">
            <a:avLst/>
          </a:prstGeom>
        </p:spPr>
      </p:pic>
      <p:sp>
        <p:nvSpPr>
          <p:cNvPr id="80" name="Oval 79"/>
          <p:cNvSpPr/>
          <p:nvPr/>
        </p:nvSpPr>
        <p:spPr>
          <a:xfrm>
            <a:off x="1983600" y="4158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983600" y="4158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07600" y="4140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07600" y="4294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983600.0" y="4518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1983600" y="4626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983600" y="4626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7600" y="4608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07600" y="4762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983600.0" y="4986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1983600" y="509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983600" y="509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7600" y="507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7600" y="523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805200" y="3870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65200" y="3798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97200" y="4230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613200" y="3870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733200" y="5382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45200" y="5526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77200" y="5598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360000" y="-108000"/>
            <a:ext cx="3445200" cy="5706000"/>
          </a:xfrm>
          <a:custGeom>
            <a:avLst/>
            <a:gdLst/>
            <a:ahLst/>
            <a:cxnLst/>
            <a:rect l="l" t="t" r="r" b="b"/>
            <a:pathLst>
              <a:path w="3445200" h="5706000">
                <a:moveTo>
                  <a:pt x="3445200" y="5706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200" y="4158000"/>
            <a:ext cx="1188000" cy="1260000"/>
          </a:xfrm>
          <a:prstGeom prst="rect">
            <a:avLst/>
          </a:prstGeom>
        </p:spPr>
      </p:pic>
      <p:sp>
        <p:nvSpPr>
          <p:cNvPr id="103" name="Oval 102"/>
          <p:cNvSpPr/>
          <p:nvPr/>
        </p:nvSpPr>
        <p:spPr>
          <a:xfrm>
            <a:off x="5245200" y="4158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245200" y="4158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569200" y="4140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69200" y="4294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245200.0" y="4518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5245200" y="4626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245200" y="4626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569200" y="4608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569200" y="4762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5245200.0" y="4986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5245200" y="509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45200" y="509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569200" y="507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69200" y="523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066800" y="3870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226800" y="3798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658800" y="4230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874800" y="3870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994800" y="5382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606800" y="5526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7138800" y="5598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360000" y="-108000"/>
            <a:ext cx="6706800" cy="5706000"/>
          </a:xfrm>
          <a:custGeom>
            <a:avLst/>
            <a:gdLst/>
            <a:ahLst/>
            <a:cxnLst/>
            <a:rect l="l" t="t" r="r" b="b"/>
            <a:pathLst>
              <a:path w="6706800" h="5706000">
                <a:moveTo>
                  <a:pt x="6706800" y="5706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800" y="4158000"/>
            <a:ext cx="1188000" cy="1260000"/>
          </a:xfrm>
          <a:prstGeom prst="rect">
            <a:avLst/>
          </a:prstGeom>
        </p:spPr>
      </p:pic>
      <p:sp>
        <p:nvSpPr>
          <p:cNvPr id="126" name="Oval 125"/>
          <p:cNvSpPr/>
          <p:nvPr/>
        </p:nvSpPr>
        <p:spPr>
          <a:xfrm>
            <a:off x="8506800" y="4158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506800" y="4158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30800" y="4140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30800" y="4294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8506800.0" y="4518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Oval 130"/>
          <p:cNvSpPr/>
          <p:nvPr/>
        </p:nvSpPr>
        <p:spPr>
          <a:xfrm>
            <a:off x="8506800" y="4626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506800" y="4626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30800" y="4608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830800" y="4762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506800.0" y="4986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8506800" y="509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506800" y="509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830800" y="507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830800" y="523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4716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5436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5532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6252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716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5436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5532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36252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7332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8052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68148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68868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7332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38052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68148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8868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9948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0668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00764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01484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69948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70668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00764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1484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716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436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5532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6252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716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436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5532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6252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37332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8052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68148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68868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7332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8052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68148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68868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69948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70668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100764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101484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69948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70668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100764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101484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