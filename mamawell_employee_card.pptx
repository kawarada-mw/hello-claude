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60000"/>
            <a:ext cx="3081600" cy="1944000"/>
          </a:xfrm>
          <a:prstGeom prst="roundRect">
            <a:avLst/>
          </a:prstGeom>
          <a:solidFill>
            <a:srgbClr val="FBDFD2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360000" y="360000"/>
            <a:ext cx="3081600" cy="288000"/>
          </a:xfrm>
          <a:prstGeom prst="wave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468000" y="648000"/>
            <a:ext cx="648000" cy="648000"/>
          </a:xfrm>
          <a:prstGeom prst="heart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008000"/>
            <a:ext cx="5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D7066"/>
                </a:solidFill>
              </a:defRPr>
            </a:pPr>
            <a:r>
              <a:t>mamawell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54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常に誠実に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68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Integrity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90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仕組みで勝つ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104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System &gt; 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126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前進のために話す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140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Move Forward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600" y="360000"/>
            <a:ext cx="3081600" cy="1944000"/>
          </a:xfrm>
          <a:prstGeom prst="roundRect">
            <a:avLst/>
          </a:prstGeom>
          <a:solidFill>
            <a:srgbClr val="FBDFD2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ave 12"/>
          <p:cNvSpPr/>
          <p:nvPr/>
        </p:nvSpPr>
        <p:spPr>
          <a:xfrm>
            <a:off x="3621600" y="360000"/>
            <a:ext cx="3081600" cy="288000"/>
          </a:xfrm>
          <a:prstGeom prst="wave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art 13"/>
          <p:cNvSpPr/>
          <p:nvPr/>
        </p:nvSpPr>
        <p:spPr>
          <a:xfrm>
            <a:off x="3729600" y="648000"/>
            <a:ext cx="648000" cy="648000"/>
          </a:xfrm>
          <a:prstGeom prst="heart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5600" y="1008000"/>
            <a:ext cx="5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D7066"/>
                </a:solidFill>
              </a:defRPr>
            </a:pPr>
            <a:r>
              <a:t>mamawell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600" y="54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常に誠実に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600" y="68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Integrity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600" y="90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仕組みで勝つ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600" y="104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System &gt; Hero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600" y="126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前進のために話す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600" y="140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Move Forward Together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3200" y="360000"/>
            <a:ext cx="3081600" cy="1944000"/>
          </a:xfrm>
          <a:prstGeom prst="roundRect">
            <a:avLst/>
          </a:prstGeom>
          <a:solidFill>
            <a:srgbClr val="FBDFD2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ave 22"/>
          <p:cNvSpPr/>
          <p:nvPr/>
        </p:nvSpPr>
        <p:spPr>
          <a:xfrm>
            <a:off x="6883200" y="360000"/>
            <a:ext cx="3081600" cy="288000"/>
          </a:xfrm>
          <a:prstGeom prst="wave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art 23"/>
          <p:cNvSpPr/>
          <p:nvPr/>
        </p:nvSpPr>
        <p:spPr>
          <a:xfrm>
            <a:off x="6991200" y="648000"/>
            <a:ext cx="648000" cy="648000"/>
          </a:xfrm>
          <a:prstGeom prst="heart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7200" y="1008000"/>
            <a:ext cx="5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D7066"/>
                </a:solidFill>
              </a:defRPr>
            </a:pPr>
            <a:r>
              <a:t>mamawell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3200" y="54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常に誠実に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3200" y="68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Integrity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83200" y="90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仕組みで勝つ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3200" y="104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System &gt; Hero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3200" y="1260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前進のために話す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3200" y="1404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Move Forward Together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000" y="2484000"/>
            <a:ext cx="3081600" cy="1944000"/>
          </a:xfrm>
          <a:prstGeom prst="roundRect">
            <a:avLst/>
          </a:prstGeom>
          <a:solidFill>
            <a:srgbClr val="FBDFD2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ave 32"/>
          <p:cNvSpPr/>
          <p:nvPr/>
        </p:nvSpPr>
        <p:spPr>
          <a:xfrm>
            <a:off x="360000" y="2484000"/>
            <a:ext cx="3081600" cy="288000"/>
          </a:xfrm>
          <a:prstGeom prst="wave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art 33"/>
          <p:cNvSpPr/>
          <p:nvPr/>
        </p:nvSpPr>
        <p:spPr>
          <a:xfrm>
            <a:off x="468000" y="2772000"/>
            <a:ext cx="648000" cy="648000"/>
          </a:xfrm>
          <a:prstGeom prst="heart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000" y="3132000"/>
            <a:ext cx="5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D7066"/>
                </a:solidFill>
              </a:defRPr>
            </a:pPr>
            <a:r>
              <a:t>mamawell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0000" y="266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常に誠実に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0000" y="280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Integrity 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0000" y="302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仕組みで勝つ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0000" y="316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System &gt; Hero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0000" y="338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前進のために話す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0000" y="352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Move Forward Together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21600" y="2484000"/>
            <a:ext cx="3081600" cy="1944000"/>
          </a:xfrm>
          <a:prstGeom prst="roundRect">
            <a:avLst/>
          </a:prstGeom>
          <a:solidFill>
            <a:srgbClr val="FBDFD2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Wave 42"/>
          <p:cNvSpPr/>
          <p:nvPr/>
        </p:nvSpPr>
        <p:spPr>
          <a:xfrm>
            <a:off x="3621600" y="2484000"/>
            <a:ext cx="3081600" cy="288000"/>
          </a:xfrm>
          <a:prstGeom prst="wave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art 43"/>
          <p:cNvSpPr/>
          <p:nvPr/>
        </p:nvSpPr>
        <p:spPr>
          <a:xfrm>
            <a:off x="3729600" y="2772000"/>
            <a:ext cx="648000" cy="648000"/>
          </a:xfrm>
          <a:prstGeom prst="heart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65600" y="3132000"/>
            <a:ext cx="5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D7066"/>
                </a:solidFill>
              </a:defRPr>
            </a:pPr>
            <a:r>
              <a:t>mamawell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1600" y="266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常に誠実に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1600" y="280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Integrity First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1600" y="302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仕組みで勝つ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1600" y="316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System &gt; Hero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1600" y="338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前進のために話す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1600" y="352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Move Forward Together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83200" y="2484000"/>
            <a:ext cx="3081600" cy="1944000"/>
          </a:xfrm>
          <a:prstGeom prst="roundRect">
            <a:avLst/>
          </a:prstGeom>
          <a:solidFill>
            <a:srgbClr val="FBDFD2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Wave 52"/>
          <p:cNvSpPr/>
          <p:nvPr/>
        </p:nvSpPr>
        <p:spPr>
          <a:xfrm>
            <a:off x="6883200" y="2484000"/>
            <a:ext cx="3081600" cy="288000"/>
          </a:xfrm>
          <a:prstGeom prst="wave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eart 53"/>
          <p:cNvSpPr/>
          <p:nvPr/>
        </p:nvSpPr>
        <p:spPr>
          <a:xfrm>
            <a:off x="6991200" y="2772000"/>
            <a:ext cx="648000" cy="648000"/>
          </a:xfrm>
          <a:prstGeom prst="heart">
            <a:avLst/>
          </a:prstGeom>
          <a:solidFill>
            <a:srgbClr val="FD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7200" y="3132000"/>
            <a:ext cx="5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D7066"/>
                </a:solidFill>
              </a:defRPr>
            </a:pPr>
            <a:r>
              <a:t>mamawell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83200" y="266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常に誠実に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3200" y="280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Integrity First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3200" y="302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仕組みで勝つ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83200" y="316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System &gt; Hero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3200" y="3384000"/>
            <a:ext cx="20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4B4C"/>
                </a:solidFill>
              </a:defRPr>
            </a:pPr>
            <a:r>
              <a:t>前進のために話す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83200" y="3528000"/>
            <a:ext cx="20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D7066"/>
                </a:solidFill>
              </a:defRPr>
            </a:pPr>
            <a:r>
              <a:t>Move Forward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